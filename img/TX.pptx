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7C2A"/>
    <a:srgbClr val="FF7A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352" autoAdjust="0"/>
    <p:restoredTop sz="94660"/>
  </p:normalViewPr>
  <p:slideViewPr>
    <p:cSldViewPr snapToGrid="0">
      <p:cViewPr varScale="1">
        <p:scale>
          <a:sx n="82" d="100"/>
          <a:sy n="82" d="100"/>
        </p:scale>
        <p:origin x="979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CEE5-4A0F-C950-DD13-2719D4DD50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8DAAB8-65E8-8549-D8E6-3D4E14324EC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47C8DD-1CC1-47A4-58B7-D1C8E6D5B9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638FE-DFC1-BB9B-6260-A2E58F81B4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4CAFD8-6D78-3515-4DDD-89740E46F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08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4F062D-76D0-DBC1-4759-51A0A6E51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8656A1-2BBD-A5B9-D03C-9B920CB7ED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CE331A-5C63-F6C3-EF51-D4D85FFC4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EF195A-4F93-BC6D-ADBD-111A86FE5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9B71EC-BD75-DB7C-059F-EBA7D6CA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437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FA58FE-7E84-53F5-777E-1F105153B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983AA3-2F18-C0A0-6FC2-CA5598359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35AEE-8594-B288-C254-CA979975B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989FB4-EFF1-D7A5-1677-10450DB3B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D98D14-2789-C627-4151-DFB924DA4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9743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2080E9-3C65-BC58-CF93-94B30FF906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E7F263-3ACC-A68C-302F-FDCDABB263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3E21B2-7A8B-4A8D-5497-A51D7955E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3FD26-AE35-7135-65B3-F0498FC89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568BB6B-ABCF-BE92-C915-57745F334D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8CF76B-D8CC-2010-FD6D-E8B45547BE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00171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355C94-3357-9384-074B-C0745F4E28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769F6F-27AF-4206-A873-274418BDE7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4852C7-9AEB-D3B8-7667-3E54DF7DCC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849D88-8AED-2300-8F11-4C43E3D128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DFDF8-BF89-2E68-8654-6A0DE746D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04755B-A6B3-1EF4-C4B4-6626D3B4E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773622-C718-326A-9BF2-58C6C9871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31CA1A-CB00-D1C8-A277-CDFB325522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10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2AF0F-A650-3030-3555-2338B0D71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435312-6A9A-B97B-9190-B5075C19F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B66B55-9FEC-431E-079B-8C22C1EA7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3D251-DCE2-F05D-4D8D-4FE5E36B7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656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0A3F45A-FD5B-C969-6B0F-6A8AEA8D3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E86354-0D64-C12C-373E-591F3A834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8B7F7-CD65-357E-FF61-A19AE76C33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270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CF9F6-C607-68BD-B49C-B5CB6BC1DC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81E03-D5BC-F8CF-8949-C4F17C7476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0439D9-5B6D-77C5-1D87-91631667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B4CA80-52E8-3586-C469-F41E04715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C0A2CB-3290-89DA-2713-397D2CC98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A9398EA-9F11-11EF-00DC-864DD321D5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81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E2060-A1BC-6267-6C56-7C9BE6F52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B03A418-7E39-144E-DA65-62051122F8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5B4CC0-65FB-5918-6348-E553854FA0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BAB4CC-FA7E-D355-A849-D4A4112B4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DC4788-D8CF-9AEE-06B8-FF1CC93E9D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34C4A6-A601-E26C-3DF5-827533C57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95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C736F-5A9B-6F2D-45D7-A1811E8DE5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AF0A0D-30AC-2DED-97FA-43849EA8A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94518-0F90-5F87-1F64-2E8C41C805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A72765-A498-7BE1-8D73-40C1E581B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0DAA61-2638-C849-0837-27C6B9796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590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19542CF-D2E1-6C74-D228-FF4E84A70E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8A83B6-672E-A19E-5973-E63340D1D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5F3988-E2CC-D560-A80E-1BC81443F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466ABC-3738-AE22-B9B6-974073B81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69590-416E-CC50-BF41-DBB387A14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64900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8E7537B-ADDD-D50B-5E75-104642072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7E21E4-C62C-777D-99D5-A1575C1349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4DD58-4714-75B5-4C8F-D95C30C6FC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D44EFA-B01F-4EEC-BDEE-1E8697900FDD}" type="datetimeFigureOut">
              <a:rPr lang="en-US" smtClean="0"/>
              <a:t>3/20/2026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2F42F1-5F92-ABB6-9E55-ADFB5E1134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474418-F068-AE1C-D96C-A315F9A3AF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D04CF3-06C0-438D-A6EA-BBBC68E861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858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4EA4DB-19B0-3F2D-4600-665989964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D5B386B-9274-C7DE-2DED-F7ECDEAB5F22}"/>
              </a:ext>
            </a:extLst>
          </p:cNvPr>
          <p:cNvSpPr/>
          <p:nvPr/>
        </p:nvSpPr>
        <p:spPr>
          <a:xfrm>
            <a:off x="460104" y="5386622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batería</a:t>
            </a:r>
            <a:endParaRPr lang="en-US" dirty="0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3887707-1F88-71EB-8350-C1BA9C7FF998}"/>
              </a:ext>
            </a:extLst>
          </p:cNvPr>
          <p:cNvCxnSpPr>
            <a:cxnSpLocks/>
            <a:stCxn id="20" idx="3"/>
          </p:cNvCxnSpPr>
          <p:nvPr/>
        </p:nvCxnSpPr>
        <p:spPr>
          <a:xfrm flipV="1">
            <a:off x="2045623" y="5772515"/>
            <a:ext cx="437027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>
            <a:extLst>
              <a:ext uri="{FF2B5EF4-FFF2-40B4-BE49-F238E27FC236}">
                <a16:creationId xmlns:a16="http://schemas.microsoft.com/office/drawing/2014/main" id="{BCE83E19-7A96-ECA5-FBD8-2A07BAFA416E}"/>
              </a:ext>
            </a:extLst>
          </p:cNvPr>
          <p:cNvCxnSpPr/>
          <p:nvPr/>
        </p:nvCxnSpPr>
        <p:spPr>
          <a:xfrm>
            <a:off x="0" y="4953477"/>
            <a:ext cx="11970328" cy="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FDBF19EE-D13B-B1BE-05C3-375C15C0CBD7}"/>
              </a:ext>
            </a:extLst>
          </p:cNvPr>
          <p:cNvSpPr/>
          <p:nvPr/>
        </p:nvSpPr>
        <p:spPr>
          <a:xfrm>
            <a:off x="2482650" y="5386622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Regulador de Voltaje</a:t>
            </a:r>
            <a:endParaRPr lang="en-US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EC17DD5-C58D-C2B5-5003-C3C5CAE90CFA}"/>
              </a:ext>
            </a:extLst>
          </p:cNvPr>
          <p:cNvSpPr/>
          <p:nvPr/>
        </p:nvSpPr>
        <p:spPr>
          <a:xfrm>
            <a:off x="4505196" y="5386622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Tierra Virtual</a:t>
            </a:r>
            <a:endParaRPr lang="en-US" dirty="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4D7AB2C-D626-DF35-E6B5-3CBF2FAFCC91}"/>
              </a:ext>
            </a:extLst>
          </p:cNvPr>
          <p:cNvCxnSpPr>
            <a:cxnSpLocks/>
            <a:stCxn id="3" idx="3"/>
            <a:endCxn id="13" idx="1"/>
          </p:cNvCxnSpPr>
          <p:nvPr/>
        </p:nvCxnSpPr>
        <p:spPr>
          <a:xfrm>
            <a:off x="4068169" y="5772516"/>
            <a:ext cx="43702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A507F50-4215-C26F-6734-CB40DE60DC7D}"/>
              </a:ext>
            </a:extLst>
          </p:cNvPr>
          <p:cNvSpPr txBox="1"/>
          <p:nvPr/>
        </p:nvSpPr>
        <p:spPr>
          <a:xfrm>
            <a:off x="6816599" y="5571748"/>
            <a:ext cx="436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Placa 3: Fuente de Poder</a:t>
            </a:r>
            <a:endParaRPr lang="en-US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0A5E6DB4-FC1F-4875-19AA-8454C94557E3}"/>
              </a:ext>
            </a:extLst>
          </p:cNvPr>
          <p:cNvSpPr/>
          <p:nvPr/>
        </p:nvSpPr>
        <p:spPr>
          <a:xfrm>
            <a:off x="3867531" y="5252707"/>
            <a:ext cx="401275" cy="2838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tx1"/>
                </a:solidFill>
              </a:rPr>
              <a:t>T8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FF62A52-1D62-059D-4312-3D38DBE91EE1}"/>
              </a:ext>
            </a:extLst>
          </p:cNvPr>
          <p:cNvSpPr/>
          <p:nvPr/>
        </p:nvSpPr>
        <p:spPr>
          <a:xfrm>
            <a:off x="5890076" y="5239741"/>
            <a:ext cx="401275" cy="28383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>
                <a:solidFill>
                  <a:schemeClr val="tx1"/>
                </a:solidFill>
              </a:rPr>
              <a:t>T8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A6A12FDA-81FD-E402-6FD0-30D0B6038439}"/>
              </a:ext>
            </a:extLst>
          </p:cNvPr>
          <p:cNvSpPr/>
          <p:nvPr/>
        </p:nvSpPr>
        <p:spPr>
          <a:xfrm>
            <a:off x="5595119" y="3257658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Amplificador de diferencias</a:t>
            </a:r>
            <a:endParaRPr lang="en-US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9692FF96-B2A6-5E35-A93B-BBC66F1A5DEC}"/>
              </a:ext>
            </a:extLst>
          </p:cNvPr>
          <p:cNvSpPr/>
          <p:nvPr/>
        </p:nvSpPr>
        <p:spPr>
          <a:xfrm>
            <a:off x="10406231" y="916920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</a:t>
            </a:r>
            <a:endParaRPr lang="en-US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3F892F5E-F6EE-DB64-F283-5EC9122F85B9}"/>
              </a:ext>
            </a:extLst>
          </p:cNvPr>
          <p:cNvSpPr/>
          <p:nvPr/>
        </p:nvSpPr>
        <p:spPr>
          <a:xfrm>
            <a:off x="10406231" y="1699565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 driver</a:t>
            </a:r>
            <a:endParaRPr lang="en-US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1AC1C7A6-61B5-AFAE-C68F-72DAA0715543}"/>
              </a:ext>
            </a:extLst>
          </p:cNvPr>
          <p:cNvSpPr/>
          <p:nvPr/>
        </p:nvSpPr>
        <p:spPr>
          <a:xfrm>
            <a:off x="7870527" y="3254448"/>
            <a:ext cx="3839213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 err="1"/>
              <a:t>Diode</a:t>
            </a:r>
            <a:r>
              <a:rPr lang="es-CL" dirty="0"/>
              <a:t> Ladder</a:t>
            </a:r>
            <a:endParaRPr lang="en-US" dirty="0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31CC6A14-C0FF-4093-5293-9914F81E2331}"/>
              </a:ext>
            </a:extLst>
          </p:cNvPr>
          <p:cNvCxnSpPr>
            <a:cxnSpLocks/>
            <a:stCxn id="34" idx="3"/>
            <a:endCxn id="41" idx="1"/>
          </p:cNvCxnSpPr>
          <p:nvPr/>
        </p:nvCxnSpPr>
        <p:spPr>
          <a:xfrm flipV="1">
            <a:off x="7180638" y="3640342"/>
            <a:ext cx="689889" cy="32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06F233E6-1BB4-A82F-16CD-2A916E9D9ADD}"/>
              </a:ext>
            </a:extLst>
          </p:cNvPr>
          <p:cNvSpPr/>
          <p:nvPr/>
        </p:nvSpPr>
        <p:spPr>
          <a:xfrm>
            <a:off x="9783598" y="1063801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</a:t>
            </a:r>
            <a:endParaRPr lang="en-US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68AD4A16-E5C1-AEFF-5AE0-B2DFBDFFCA91}"/>
              </a:ext>
            </a:extLst>
          </p:cNvPr>
          <p:cNvSpPr/>
          <p:nvPr/>
        </p:nvSpPr>
        <p:spPr>
          <a:xfrm>
            <a:off x="9783598" y="1846446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 driver</a:t>
            </a:r>
            <a:endParaRPr lang="en-US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6DE0A67-3534-10E8-B264-80B8D9C306B8}"/>
              </a:ext>
            </a:extLst>
          </p:cNvPr>
          <p:cNvSpPr/>
          <p:nvPr/>
        </p:nvSpPr>
        <p:spPr>
          <a:xfrm>
            <a:off x="9320495" y="1259701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</a:t>
            </a:r>
            <a:endParaRPr lang="en-US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3CA286F8-2E1F-785E-9C5F-ECE52E6B17D4}"/>
              </a:ext>
            </a:extLst>
          </p:cNvPr>
          <p:cNvSpPr/>
          <p:nvPr/>
        </p:nvSpPr>
        <p:spPr>
          <a:xfrm>
            <a:off x="9320495" y="2042346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 driver</a:t>
            </a:r>
            <a:endParaRPr lang="en-US" dirty="0"/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96E512E4-AC9B-C4CB-87BB-F41AC07755C4}"/>
              </a:ext>
            </a:extLst>
          </p:cNvPr>
          <p:cNvSpPr/>
          <p:nvPr/>
        </p:nvSpPr>
        <p:spPr>
          <a:xfrm>
            <a:off x="8697862" y="1406582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</a:t>
            </a:r>
            <a:endParaRPr lang="en-US" dirty="0"/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811F5E22-0411-644E-19C1-3148D4460FC3}"/>
              </a:ext>
            </a:extLst>
          </p:cNvPr>
          <p:cNvSpPr/>
          <p:nvPr/>
        </p:nvSpPr>
        <p:spPr>
          <a:xfrm>
            <a:off x="8697862" y="2189227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 driver</a:t>
            </a:r>
            <a:endParaRPr lang="en-US" dirty="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E8AB2338-EE84-477D-23DD-EC3B1AE776DD}"/>
              </a:ext>
            </a:extLst>
          </p:cNvPr>
          <p:cNvSpPr/>
          <p:nvPr/>
        </p:nvSpPr>
        <p:spPr>
          <a:xfrm>
            <a:off x="8189635" y="1602859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</a:t>
            </a:r>
            <a:endParaRPr lang="en-US" dirty="0"/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32BC5769-DB4D-86B7-EDBD-197358B41334}"/>
              </a:ext>
            </a:extLst>
          </p:cNvPr>
          <p:cNvSpPr/>
          <p:nvPr/>
        </p:nvSpPr>
        <p:spPr>
          <a:xfrm>
            <a:off x="8189635" y="2385504"/>
            <a:ext cx="926206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LED driver</a:t>
            </a:r>
            <a:endParaRPr lang="en-US" dirty="0"/>
          </a:p>
        </p:txBody>
      </p:sp>
      <p:sp>
        <p:nvSpPr>
          <p:cNvPr id="101" name="Rectangle: Rounded Corners 100">
            <a:extLst>
              <a:ext uri="{FF2B5EF4-FFF2-40B4-BE49-F238E27FC236}">
                <a16:creationId xmlns:a16="http://schemas.microsoft.com/office/drawing/2014/main" id="{482719C1-F580-2F7E-014E-670ED7BA6667}"/>
              </a:ext>
            </a:extLst>
          </p:cNvPr>
          <p:cNvSpPr/>
          <p:nvPr/>
        </p:nvSpPr>
        <p:spPr>
          <a:xfrm>
            <a:off x="11291329" y="955708"/>
            <a:ext cx="401275" cy="283833"/>
          </a:xfrm>
          <a:prstGeom prst="roundRect">
            <a:avLst/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T1</a:t>
            </a:r>
            <a:endParaRPr lang="en-US" sz="1400" dirty="0"/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D8493F2-CCC5-7CF8-2810-A32A53F5E76E}"/>
              </a:ext>
            </a:extLst>
          </p:cNvPr>
          <p:cNvSpPr/>
          <p:nvPr/>
        </p:nvSpPr>
        <p:spPr>
          <a:xfrm>
            <a:off x="11261085" y="1864208"/>
            <a:ext cx="401275" cy="283833"/>
          </a:xfrm>
          <a:prstGeom prst="roundRec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T3</a:t>
            </a:r>
            <a:endParaRPr lang="en-US" sz="1400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2CD837-96F8-6E12-3DC4-2389E2172D4A}"/>
              </a:ext>
            </a:extLst>
          </p:cNvPr>
          <p:cNvSpPr/>
          <p:nvPr/>
        </p:nvSpPr>
        <p:spPr>
          <a:xfrm>
            <a:off x="11569053" y="3167553"/>
            <a:ext cx="401275" cy="283833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T2</a:t>
            </a:r>
            <a:endParaRPr lang="en-US" sz="1400" dirty="0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069E8D6B-6772-68BB-F72E-D134EB4BBF54}"/>
              </a:ext>
            </a:extLst>
          </p:cNvPr>
          <p:cNvCxnSpPr>
            <a:cxnSpLocks/>
          </p:cNvCxnSpPr>
          <p:nvPr/>
        </p:nvCxnSpPr>
        <p:spPr>
          <a:xfrm>
            <a:off x="5252983" y="0"/>
            <a:ext cx="0" cy="4953477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742D0B1-BEDB-FC60-3167-4FDAB4D794A8}"/>
              </a:ext>
            </a:extLst>
          </p:cNvPr>
          <p:cNvCxnSpPr>
            <a:cxnSpLocks/>
            <a:stCxn id="56" idx="2"/>
            <a:endCxn id="41" idx="0"/>
          </p:cNvCxnSpPr>
          <p:nvPr/>
        </p:nvCxnSpPr>
        <p:spPr>
          <a:xfrm>
            <a:off x="9783598" y="2814133"/>
            <a:ext cx="6536" cy="4403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17F4228F-D38F-E594-64D3-020C856B38AD}"/>
              </a:ext>
            </a:extLst>
          </p:cNvPr>
          <p:cNvSpPr/>
          <p:nvPr/>
        </p:nvSpPr>
        <p:spPr>
          <a:xfrm>
            <a:off x="6916378" y="3189291"/>
            <a:ext cx="401275" cy="283833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T4</a:t>
            </a:r>
            <a:endParaRPr lang="en-US" sz="1400" dirty="0"/>
          </a:p>
        </p:txBody>
      </p:sp>
      <p:sp>
        <p:nvSpPr>
          <p:cNvPr id="73" name="Rectangle: Rounded Corners 72">
            <a:extLst>
              <a:ext uri="{FF2B5EF4-FFF2-40B4-BE49-F238E27FC236}">
                <a16:creationId xmlns:a16="http://schemas.microsoft.com/office/drawing/2014/main" id="{ABAD6336-098C-1629-07D9-58493F7638C6}"/>
              </a:ext>
            </a:extLst>
          </p:cNvPr>
          <p:cNvSpPr/>
          <p:nvPr/>
        </p:nvSpPr>
        <p:spPr>
          <a:xfrm>
            <a:off x="3334692" y="1889268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Multivibrador</a:t>
            </a:r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78A3795C-1EEA-4CBE-F14E-B2F68FFFEB5C}"/>
              </a:ext>
            </a:extLst>
          </p:cNvPr>
          <p:cNvSpPr txBox="1"/>
          <p:nvPr/>
        </p:nvSpPr>
        <p:spPr>
          <a:xfrm>
            <a:off x="5746419" y="621029"/>
            <a:ext cx="436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Placa 1: Visualización de la señal</a:t>
            </a:r>
            <a:endParaRPr lang="en-US" dirty="0"/>
          </a:p>
        </p:txBody>
      </p:sp>
      <p:sp>
        <p:nvSpPr>
          <p:cNvPr id="76" name="Rectangle: Rounded Corners 75">
            <a:extLst>
              <a:ext uri="{FF2B5EF4-FFF2-40B4-BE49-F238E27FC236}">
                <a16:creationId xmlns:a16="http://schemas.microsoft.com/office/drawing/2014/main" id="{652B3318-2763-ED68-C771-DB5F77C2E8DE}"/>
              </a:ext>
            </a:extLst>
          </p:cNvPr>
          <p:cNvSpPr/>
          <p:nvPr/>
        </p:nvSpPr>
        <p:spPr>
          <a:xfrm>
            <a:off x="3329812" y="2868863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Filtro</a:t>
            </a:r>
            <a:endParaRPr lang="en-US" dirty="0"/>
          </a:p>
        </p:txBody>
      </p:sp>
      <p:sp>
        <p:nvSpPr>
          <p:cNvPr id="77" name="Rectangle: Rounded Corners 76">
            <a:extLst>
              <a:ext uri="{FF2B5EF4-FFF2-40B4-BE49-F238E27FC236}">
                <a16:creationId xmlns:a16="http://schemas.microsoft.com/office/drawing/2014/main" id="{76859789-4863-3577-E314-41B19B077E02}"/>
              </a:ext>
            </a:extLst>
          </p:cNvPr>
          <p:cNvSpPr/>
          <p:nvPr/>
        </p:nvSpPr>
        <p:spPr>
          <a:xfrm>
            <a:off x="3329811" y="818252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Sensor 2</a:t>
            </a:r>
            <a:endParaRPr lang="en-US" dirty="0"/>
          </a:p>
        </p:txBody>
      </p:sp>
      <p:sp>
        <p:nvSpPr>
          <p:cNvPr id="79" name="Rectangle: Rounded Corners 78">
            <a:extLst>
              <a:ext uri="{FF2B5EF4-FFF2-40B4-BE49-F238E27FC236}">
                <a16:creationId xmlns:a16="http://schemas.microsoft.com/office/drawing/2014/main" id="{984F5448-E4AA-961D-95F2-EE8996344A26}"/>
              </a:ext>
            </a:extLst>
          </p:cNvPr>
          <p:cNvSpPr/>
          <p:nvPr/>
        </p:nvSpPr>
        <p:spPr>
          <a:xfrm>
            <a:off x="3334692" y="3925796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Detector de envolvente</a:t>
            </a:r>
            <a:endParaRPr lang="en-US" dirty="0"/>
          </a:p>
        </p:txBody>
      </p:sp>
      <p:sp>
        <p:nvSpPr>
          <p:cNvPr id="115" name="Rectangle: Rounded Corners 114">
            <a:extLst>
              <a:ext uri="{FF2B5EF4-FFF2-40B4-BE49-F238E27FC236}">
                <a16:creationId xmlns:a16="http://schemas.microsoft.com/office/drawing/2014/main" id="{1FD20DC2-D23C-444C-1446-3ECE976D35D5}"/>
              </a:ext>
            </a:extLst>
          </p:cNvPr>
          <p:cNvSpPr/>
          <p:nvPr/>
        </p:nvSpPr>
        <p:spPr>
          <a:xfrm>
            <a:off x="4604801" y="3829063"/>
            <a:ext cx="401275" cy="2838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T5</a:t>
            </a:r>
            <a:endParaRPr lang="en-US" sz="140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9F4B2FE-CE31-5208-4799-104527E594FF}"/>
              </a:ext>
            </a:extLst>
          </p:cNvPr>
          <p:cNvSpPr/>
          <p:nvPr/>
        </p:nvSpPr>
        <p:spPr>
          <a:xfrm>
            <a:off x="4666510" y="2745104"/>
            <a:ext cx="401275" cy="28383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T6</a:t>
            </a:r>
            <a:endParaRPr lang="en-US" sz="14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0286FDBB-7D99-A39C-1FD9-C28B71DF5499}"/>
              </a:ext>
            </a:extLst>
          </p:cNvPr>
          <p:cNvSpPr/>
          <p:nvPr/>
        </p:nvSpPr>
        <p:spPr>
          <a:xfrm>
            <a:off x="4647054" y="1813668"/>
            <a:ext cx="401275" cy="28383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T7</a:t>
            </a:r>
            <a:endParaRPr lang="en-US" sz="1400" dirty="0"/>
          </a:p>
        </p:txBody>
      </p: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5AD15DD1-91E9-A9D9-78E9-423C1D1D2F91}"/>
              </a:ext>
            </a:extLst>
          </p:cNvPr>
          <p:cNvCxnSpPr>
            <a:cxnSpLocks/>
            <a:stCxn id="77" idx="2"/>
            <a:endCxn id="73" idx="0"/>
          </p:cNvCxnSpPr>
          <p:nvPr/>
        </p:nvCxnSpPr>
        <p:spPr>
          <a:xfrm>
            <a:off x="4122571" y="1590039"/>
            <a:ext cx="4881" cy="299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Arrow Connector 84">
            <a:extLst>
              <a:ext uri="{FF2B5EF4-FFF2-40B4-BE49-F238E27FC236}">
                <a16:creationId xmlns:a16="http://schemas.microsoft.com/office/drawing/2014/main" id="{DC79B417-9B11-14CB-27AA-DF9CD45FF24A}"/>
              </a:ext>
            </a:extLst>
          </p:cNvPr>
          <p:cNvCxnSpPr>
            <a:cxnSpLocks/>
            <a:stCxn id="73" idx="2"/>
            <a:endCxn id="76" idx="0"/>
          </p:cNvCxnSpPr>
          <p:nvPr/>
        </p:nvCxnSpPr>
        <p:spPr>
          <a:xfrm flipH="1">
            <a:off x="4122572" y="2661055"/>
            <a:ext cx="4880" cy="20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65FCF0D7-3F92-F062-DA98-A400B3F126C6}"/>
              </a:ext>
            </a:extLst>
          </p:cNvPr>
          <p:cNvCxnSpPr>
            <a:cxnSpLocks/>
            <a:stCxn id="76" idx="2"/>
            <a:endCxn id="79" idx="0"/>
          </p:cNvCxnSpPr>
          <p:nvPr/>
        </p:nvCxnSpPr>
        <p:spPr>
          <a:xfrm>
            <a:off x="4122572" y="3640650"/>
            <a:ext cx="4880" cy="285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04B28007-18B3-8099-3598-C64C7CEBC1AD}"/>
              </a:ext>
            </a:extLst>
          </p:cNvPr>
          <p:cNvSpPr txBox="1"/>
          <p:nvPr/>
        </p:nvSpPr>
        <p:spPr>
          <a:xfrm>
            <a:off x="1090884" y="224067"/>
            <a:ext cx="43690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dirty="0"/>
              <a:t>Placa 2: Generación de la señal (AFE)</a:t>
            </a:r>
            <a:endParaRPr lang="en-US" dirty="0"/>
          </a:p>
        </p:txBody>
      </p:sp>
      <p:sp>
        <p:nvSpPr>
          <p:cNvPr id="97" name="Rectangle: Rounded Corners 96">
            <a:extLst>
              <a:ext uri="{FF2B5EF4-FFF2-40B4-BE49-F238E27FC236}">
                <a16:creationId xmlns:a16="http://schemas.microsoft.com/office/drawing/2014/main" id="{C447D123-D737-DA5B-ADD6-E8C53A45D592}"/>
              </a:ext>
            </a:extLst>
          </p:cNvPr>
          <p:cNvSpPr/>
          <p:nvPr/>
        </p:nvSpPr>
        <p:spPr>
          <a:xfrm>
            <a:off x="534396" y="1874421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Multivibrador</a:t>
            </a:r>
            <a:endParaRPr lang="en-US" dirty="0"/>
          </a:p>
        </p:txBody>
      </p:sp>
      <p:sp>
        <p:nvSpPr>
          <p:cNvPr id="100" name="Rectangle: Rounded Corners 99">
            <a:extLst>
              <a:ext uri="{FF2B5EF4-FFF2-40B4-BE49-F238E27FC236}">
                <a16:creationId xmlns:a16="http://schemas.microsoft.com/office/drawing/2014/main" id="{DCFCC0FF-EB6A-CDBD-8F26-61B1A958041A}"/>
              </a:ext>
            </a:extLst>
          </p:cNvPr>
          <p:cNvSpPr/>
          <p:nvPr/>
        </p:nvSpPr>
        <p:spPr>
          <a:xfrm>
            <a:off x="529516" y="2854016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Filtro</a:t>
            </a:r>
            <a:endParaRPr lang="en-US" dirty="0"/>
          </a:p>
        </p:txBody>
      </p:sp>
      <p:sp>
        <p:nvSpPr>
          <p:cNvPr id="103" name="Rectangle: Rounded Corners 102">
            <a:extLst>
              <a:ext uri="{FF2B5EF4-FFF2-40B4-BE49-F238E27FC236}">
                <a16:creationId xmlns:a16="http://schemas.microsoft.com/office/drawing/2014/main" id="{23E30D83-CD90-419A-2C6E-1E77079452CB}"/>
              </a:ext>
            </a:extLst>
          </p:cNvPr>
          <p:cNvSpPr/>
          <p:nvPr/>
        </p:nvSpPr>
        <p:spPr>
          <a:xfrm>
            <a:off x="529515" y="803405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Sensor 1</a:t>
            </a:r>
            <a:endParaRPr lang="en-US" dirty="0"/>
          </a:p>
        </p:txBody>
      </p:sp>
      <p:sp>
        <p:nvSpPr>
          <p:cNvPr id="105" name="Rectangle: Rounded Corners 104">
            <a:extLst>
              <a:ext uri="{FF2B5EF4-FFF2-40B4-BE49-F238E27FC236}">
                <a16:creationId xmlns:a16="http://schemas.microsoft.com/office/drawing/2014/main" id="{70FCB5F3-20E6-8E64-0CB9-B382E7B34259}"/>
              </a:ext>
            </a:extLst>
          </p:cNvPr>
          <p:cNvSpPr/>
          <p:nvPr/>
        </p:nvSpPr>
        <p:spPr>
          <a:xfrm>
            <a:off x="534396" y="3910949"/>
            <a:ext cx="1585519" cy="77178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dirty="0"/>
              <a:t>Detector de envolvente</a:t>
            </a:r>
            <a:endParaRPr lang="en-US" dirty="0"/>
          </a:p>
        </p:txBody>
      </p:sp>
      <p:sp>
        <p:nvSpPr>
          <p:cNvPr id="106" name="Rectangle: Rounded Corners 105">
            <a:extLst>
              <a:ext uri="{FF2B5EF4-FFF2-40B4-BE49-F238E27FC236}">
                <a16:creationId xmlns:a16="http://schemas.microsoft.com/office/drawing/2014/main" id="{67EDC3AA-A979-0959-FD0B-E3E550CBDD0E}"/>
              </a:ext>
            </a:extLst>
          </p:cNvPr>
          <p:cNvSpPr/>
          <p:nvPr/>
        </p:nvSpPr>
        <p:spPr>
          <a:xfrm>
            <a:off x="1804505" y="3814216"/>
            <a:ext cx="401275" cy="283833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T5</a:t>
            </a:r>
            <a:endParaRPr lang="en-US" sz="1400" dirty="0"/>
          </a:p>
        </p:txBody>
      </p:sp>
      <p:sp>
        <p:nvSpPr>
          <p:cNvPr id="107" name="Rectangle: Rounded Corners 106">
            <a:extLst>
              <a:ext uri="{FF2B5EF4-FFF2-40B4-BE49-F238E27FC236}">
                <a16:creationId xmlns:a16="http://schemas.microsoft.com/office/drawing/2014/main" id="{F4671877-A512-C165-6C41-9B96A5A0678B}"/>
              </a:ext>
            </a:extLst>
          </p:cNvPr>
          <p:cNvSpPr/>
          <p:nvPr/>
        </p:nvSpPr>
        <p:spPr>
          <a:xfrm>
            <a:off x="1866214" y="2730257"/>
            <a:ext cx="401275" cy="283833"/>
          </a:xfrm>
          <a:prstGeom prst="roundRect">
            <a:avLst/>
          </a:prstGeom>
          <a:solidFill>
            <a:srgbClr val="7030A0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T6</a:t>
            </a:r>
            <a:endParaRPr lang="en-US" sz="1400" dirty="0"/>
          </a:p>
        </p:txBody>
      </p:sp>
      <p:sp>
        <p:nvSpPr>
          <p:cNvPr id="109" name="Rectangle: Rounded Corners 108">
            <a:extLst>
              <a:ext uri="{FF2B5EF4-FFF2-40B4-BE49-F238E27FC236}">
                <a16:creationId xmlns:a16="http://schemas.microsoft.com/office/drawing/2014/main" id="{968C0D24-01F2-F7DF-D60A-770ABDF51038}"/>
              </a:ext>
            </a:extLst>
          </p:cNvPr>
          <p:cNvSpPr/>
          <p:nvPr/>
        </p:nvSpPr>
        <p:spPr>
          <a:xfrm>
            <a:off x="1846758" y="1798821"/>
            <a:ext cx="401275" cy="283833"/>
          </a:xfrm>
          <a:prstGeom prst="round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L" sz="1400" dirty="0"/>
              <a:t>T7</a:t>
            </a:r>
            <a:endParaRPr lang="en-US" sz="1400" dirty="0"/>
          </a:p>
        </p:txBody>
      </p: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F016C4EB-D617-E825-3599-39E19F9826E0}"/>
              </a:ext>
            </a:extLst>
          </p:cNvPr>
          <p:cNvCxnSpPr>
            <a:cxnSpLocks/>
            <a:stCxn id="103" idx="2"/>
            <a:endCxn id="97" idx="0"/>
          </p:cNvCxnSpPr>
          <p:nvPr/>
        </p:nvCxnSpPr>
        <p:spPr>
          <a:xfrm>
            <a:off x="1322275" y="1575192"/>
            <a:ext cx="4881" cy="299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199B1A81-6367-ED6F-3619-AA00D7F30272}"/>
              </a:ext>
            </a:extLst>
          </p:cNvPr>
          <p:cNvCxnSpPr>
            <a:cxnSpLocks/>
            <a:stCxn id="97" idx="2"/>
            <a:endCxn id="100" idx="0"/>
          </p:cNvCxnSpPr>
          <p:nvPr/>
        </p:nvCxnSpPr>
        <p:spPr>
          <a:xfrm flipH="1">
            <a:off x="1322276" y="2646208"/>
            <a:ext cx="4880" cy="2078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D9EA6E8C-DADB-F24F-0296-A9B51539B357}"/>
              </a:ext>
            </a:extLst>
          </p:cNvPr>
          <p:cNvCxnSpPr>
            <a:cxnSpLocks/>
            <a:stCxn id="100" idx="2"/>
            <a:endCxn id="105" idx="0"/>
          </p:cNvCxnSpPr>
          <p:nvPr/>
        </p:nvCxnSpPr>
        <p:spPr>
          <a:xfrm>
            <a:off x="1322276" y="3625803"/>
            <a:ext cx="4880" cy="2851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: Elbow 117">
            <a:extLst>
              <a:ext uri="{FF2B5EF4-FFF2-40B4-BE49-F238E27FC236}">
                <a16:creationId xmlns:a16="http://schemas.microsoft.com/office/drawing/2014/main" id="{356F3949-7540-6758-1B0E-CFC3224DF66E}"/>
              </a:ext>
            </a:extLst>
          </p:cNvPr>
          <p:cNvCxnSpPr>
            <a:stCxn id="79" idx="3"/>
            <a:endCxn id="34" idx="1"/>
          </p:cNvCxnSpPr>
          <p:nvPr/>
        </p:nvCxnSpPr>
        <p:spPr>
          <a:xfrm flipV="1">
            <a:off x="4920211" y="3643552"/>
            <a:ext cx="674908" cy="668138"/>
          </a:xfrm>
          <a:prstGeom prst="bentConnector3">
            <a:avLst>
              <a:gd name="adj1" fmla="val 3894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: Elbow 125">
            <a:extLst>
              <a:ext uri="{FF2B5EF4-FFF2-40B4-BE49-F238E27FC236}">
                <a16:creationId xmlns:a16="http://schemas.microsoft.com/office/drawing/2014/main" id="{99B98158-2575-84CF-F1A8-001E4B1E9660}"/>
              </a:ext>
            </a:extLst>
          </p:cNvPr>
          <p:cNvCxnSpPr>
            <a:stCxn id="105" idx="3"/>
          </p:cNvCxnSpPr>
          <p:nvPr/>
        </p:nvCxnSpPr>
        <p:spPr>
          <a:xfrm>
            <a:off x="2119915" y="4296843"/>
            <a:ext cx="1209896" cy="52708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: Elbow 127">
            <a:extLst>
              <a:ext uri="{FF2B5EF4-FFF2-40B4-BE49-F238E27FC236}">
                <a16:creationId xmlns:a16="http://schemas.microsoft.com/office/drawing/2014/main" id="{F7871938-AF76-BCA7-6F65-3D7035BEB5B8}"/>
              </a:ext>
            </a:extLst>
          </p:cNvPr>
          <p:cNvCxnSpPr>
            <a:cxnSpLocks/>
          </p:cNvCxnSpPr>
          <p:nvPr/>
        </p:nvCxnSpPr>
        <p:spPr>
          <a:xfrm flipV="1">
            <a:off x="3329811" y="3857336"/>
            <a:ext cx="2265308" cy="966591"/>
          </a:xfrm>
          <a:prstGeom prst="bentConnector3">
            <a:avLst>
              <a:gd name="adj1" fmla="val 911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74329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f75f480-7803-4ee9-bb54-84d0635fdbe7}" enabled="1" method="Privileged" siteId="{38ae3bcd-9579-4fd4-adda-b42e1495d55a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12407</TotalTime>
  <Words>75</Words>
  <Application>Microsoft Office PowerPoint</Application>
  <PresentationFormat>Widescreen</PresentationFormat>
  <Paragraphs>38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Barboza, Juliano Dawid (DI SW EBS CSA PQS)</dc:creator>
  <cp:lastModifiedBy>Barboza, Juliano Dawid (DI SW EDA EBS CSA PQS)</cp:lastModifiedBy>
  <cp:revision>25</cp:revision>
  <dcterms:created xsi:type="dcterms:W3CDTF">2024-03-09T23:56:17Z</dcterms:created>
  <dcterms:modified xsi:type="dcterms:W3CDTF">2026-03-20T22:41:06Z</dcterms:modified>
</cp:coreProperties>
</file>